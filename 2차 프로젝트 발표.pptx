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E462FB-3AAF-7EAB-82F5-C52707920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ED569B-C80E-E579-C78D-DF55D0DC24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A6156B-7CE4-E2B3-97AB-1D60E12E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22CAFE-8D6B-A798-380C-8AD0E71D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EFE2A8-6FC5-263B-D4EF-14F33F84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1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29F00-1304-A80B-C0B1-EA97DD36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D100F6-C9B3-B8F5-AE5B-987770D4D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D1A290-A28F-9454-33A4-329E13F7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88C299-C859-D3AF-A04F-C24554F32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98D12D-9588-A59A-4B4A-F4E6FBA4C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64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B2747-4CEB-0842-68A7-6350BC953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DB7A35-92E9-9F8C-0068-47C78B300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9F0E17-99B6-4ABC-93A5-1A334753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7116D3-47D1-BC29-A4DA-AE9F9790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3D2DB-968C-F203-ECDE-0C3EFB63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3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1AB1E-AF08-BDF2-1B59-D0027DAE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30D43C-35AE-D3DE-7C89-0BA72DD09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437479-88CF-15C6-D2C5-E01F83F7F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67AA59-865A-1A13-2BB6-FD0CA08E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D200DA-2679-47F8-EDEA-F24CF7715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1F54A8-2D82-42A0-7AEC-F45818BB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76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838F1C-B4C7-CC6F-00CA-45890449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10D7F3-926C-51AD-174F-6027A06CF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B1EDF7-3B37-832B-C133-CB4EF86DF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D44265-F7DC-45BE-B48F-83CBB451B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23A83B-A860-7E03-5E6F-39E2C33E4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34C885-5533-E827-447F-A31516FA3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6B989D-4410-1C60-FDFA-0BAAEA37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849811-8D0B-F7A7-8846-DD8B7223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47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68CC9-56A2-6BC9-1D1C-8425FE599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FFAE3C-AD45-9725-4620-ECBBDBA6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875966-0A89-0E88-1785-48C5F395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BAB451C-B59E-7DC3-DDBB-5496E4BC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99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6DF7D0-68E5-821F-E0F4-73EB1052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4B3BDC-9C13-08C4-4375-087F76E87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763993-9532-A7D7-8D3A-96794F53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1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6C742-4A36-8472-54E9-5BDDCB390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452626-38CB-E67C-FAA7-7D46BCA62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AFF17-A38E-4CFD-B9EA-126A36FD4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744AC6-0889-A95D-B89C-8DB0478D1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A81ED8-8617-F28B-99E1-38991D7A0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FAB8DB-4AA8-56BB-AE2F-29085CEC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790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136C1-D4AE-B83E-DD42-9970A62BC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E30D3A3-3469-0416-1801-63AAE2828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A51EBD-3B1A-FC7D-5372-83884A004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E6AD9D-4859-D49E-2E3E-044FBA82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9609FF-B4FB-36B3-D289-B643D4B8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F74D96-3585-C165-E075-2EC3B7D7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132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0BD2C-4807-91F4-BCE1-28D495A0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445EB0-3140-0FAB-9F39-D8D1E2BCA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977C84-6B71-123E-0373-88733545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8D97F-40C0-E045-0216-FA68D96D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049D5-5437-7213-3EED-BAADC99A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68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83B8ED-61B5-052D-1834-4B188A6F5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B2D331-D438-B66A-7FB3-ACE89BAFA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FD802-F805-12DC-FA03-B50354B70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35F741-B546-1F92-73CB-9A1ADD9D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66C6E5-6607-26AF-C2D9-9247D419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94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5C6DE93-183E-8DA3-4609-905D5C5B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555CE9-957B-8B3F-8F5C-DE9DE520B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9B1793-6E25-0BDC-0748-F6C017545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53D04-AF64-40EC-B85D-D321E380B72E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B9454C-C4CB-3239-8D53-6F34BB91B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A51E0-BC67-A950-589C-6EEFC0644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0A1EC3-ACCD-4342-BC9A-A1EBD5900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03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C40972-F94C-EFFF-CA8C-509A10B3A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프로젝트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B01E78E-F33F-B8E7-891A-3C53982210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2D</a:t>
            </a:r>
            <a:r>
              <a:rPr lang="ko-KR" altLang="en-US" dirty="0"/>
              <a:t>게임 프로그래밍</a:t>
            </a:r>
            <a:endParaRPr lang="en-US" altLang="ko-KR" dirty="0"/>
          </a:p>
          <a:p>
            <a:pPr algn="r"/>
            <a:endParaRPr lang="en-US" altLang="ko-KR" dirty="0"/>
          </a:p>
          <a:p>
            <a:pPr algn="r"/>
            <a:r>
              <a:rPr lang="en-US" altLang="ko-KR" sz="1200" dirty="0"/>
              <a:t>2022122012 </a:t>
            </a:r>
            <a:r>
              <a:rPr lang="ko-KR" altLang="en-US" sz="1200" dirty="0" err="1"/>
              <a:t>민현기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18424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9E961-FE64-10C5-6552-76ADCADED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2387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프로젝트 진행 상황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B64D9392-43CF-3591-E684-3BF8A84AD0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749655"/>
              </p:ext>
            </p:extLst>
          </p:nvPr>
        </p:nvGraphicFramePr>
        <p:xfrm>
          <a:off x="137160" y="576072"/>
          <a:ext cx="11704321" cy="6042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5907">
                  <a:extLst>
                    <a:ext uri="{9D8B030D-6E8A-4147-A177-3AD203B41FA5}">
                      <a16:colId xmlns:a16="http://schemas.microsoft.com/office/drawing/2014/main" val="1068967594"/>
                    </a:ext>
                  </a:extLst>
                </a:gridCol>
                <a:gridCol w="1105893">
                  <a:extLst>
                    <a:ext uri="{9D8B030D-6E8A-4147-A177-3AD203B41FA5}">
                      <a16:colId xmlns:a16="http://schemas.microsoft.com/office/drawing/2014/main" val="3263350113"/>
                    </a:ext>
                  </a:extLst>
                </a:gridCol>
                <a:gridCol w="4334256">
                  <a:extLst>
                    <a:ext uri="{9D8B030D-6E8A-4147-A177-3AD203B41FA5}">
                      <a16:colId xmlns:a16="http://schemas.microsoft.com/office/drawing/2014/main" val="3214891424"/>
                    </a:ext>
                  </a:extLst>
                </a:gridCol>
                <a:gridCol w="3310129">
                  <a:extLst>
                    <a:ext uri="{9D8B030D-6E8A-4147-A177-3AD203B41FA5}">
                      <a16:colId xmlns:a16="http://schemas.microsoft.com/office/drawing/2014/main" val="2089568125"/>
                    </a:ext>
                  </a:extLst>
                </a:gridCol>
                <a:gridCol w="1088136">
                  <a:extLst>
                    <a:ext uri="{9D8B030D-6E8A-4147-A177-3AD203B41FA5}">
                      <a16:colId xmlns:a16="http://schemas.microsoft.com/office/drawing/2014/main" val="3464703107"/>
                    </a:ext>
                  </a:extLst>
                </a:gridCol>
              </a:tblGrid>
              <a:tr h="556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주차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계획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진행률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9242065"/>
                  </a:ext>
                </a:extLst>
              </a:tr>
              <a:tr h="431011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1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시작 맵 제작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캐릭터 조작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이동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공격</a:t>
                      </a:r>
                      <a:r>
                        <a:rPr lang="en-US" altLang="ko-KR" sz="1600" dirty="0"/>
                        <a:t>)</a:t>
                      </a:r>
                    </a:p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기본캐릭터 조작 구현완료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536806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시작맵</a:t>
                      </a:r>
                      <a:r>
                        <a:rPr lang="ko-KR" altLang="en-US" sz="1600" dirty="0"/>
                        <a:t> 없이 바로 전투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286496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2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일반 몬스터 추가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전투 시스템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적 공격 </a:t>
                      </a:r>
                      <a:r>
                        <a:rPr lang="ko-KR" altLang="en-US" sz="1600" dirty="0" err="1"/>
                        <a:t>미구현</a:t>
                      </a:r>
                      <a:endParaRPr lang="ko-KR" altLang="en-US" sz="16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743711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80899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3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아이템 추가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보상 방 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필요 이미지 다운로드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789246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64298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4~5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스테이지 맵 제작</a:t>
                      </a:r>
                      <a:r>
                        <a:rPr lang="en-US" altLang="ko-KR" sz="1600" dirty="0"/>
                        <a:t>,</a:t>
                      </a:r>
                      <a:r>
                        <a:rPr lang="ko-KR" altLang="en-US" sz="1600" dirty="0"/>
                        <a:t> 보스 방 제작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보스 이미지 다운로드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배경 다운로드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322206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스테이지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보상방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보스방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개로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435383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6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부족한 부분 추가 개발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96723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241525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7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보스 제작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766691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614473"/>
                  </a:ext>
                </a:extLst>
              </a:tr>
              <a:tr h="332264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8~9</a:t>
                      </a:r>
                      <a:r>
                        <a:rPr lang="ko-KR" altLang="en-US" sz="1800" dirty="0"/>
                        <a:t>주차 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계획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사운드 추가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테스트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보완 및 버그 수정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86418"/>
                  </a:ext>
                </a:extLst>
              </a:tr>
              <a:tr h="332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변경사항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33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83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F086E37-9C6D-CECE-008F-54AB47292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060" y="525528"/>
            <a:ext cx="8801863" cy="580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126</Words>
  <Application>Microsoft Office PowerPoint</Application>
  <PresentationFormat>와이드스크린</PresentationFormat>
  <Paragraphs>49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2차 프로젝트 발표</vt:lpstr>
      <vt:lpstr>프로젝트 진행 상황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hg m</dc:creator>
  <cp:lastModifiedBy>hg m</cp:lastModifiedBy>
  <cp:revision>1</cp:revision>
  <dcterms:created xsi:type="dcterms:W3CDTF">2025-11-12T13:54:33Z</dcterms:created>
  <dcterms:modified xsi:type="dcterms:W3CDTF">2025-11-12T14:25:09Z</dcterms:modified>
</cp:coreProperties>
</file>