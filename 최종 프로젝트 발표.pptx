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FC22A-D1A6-3801-8883-23B9733C5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04D293-7C54-E63A-4DCC-5FB0DC6D4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230B5B-F45A-81DA-55F0-FBE8DF08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848BCE-8617-32FE-C016-3761DD6D5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60107F-BCDE-0AA6-82C9-01A1CD98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76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92D30-A08F-3D88-B30B-7CD36A88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ACC89-44BD-C106-3840-4AC1D6E63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B6FD20-CDAA-9D2E-8B3C-E1AFF6A30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D551C1-7B90-6FD7-343C-4F996CDF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E79DEC-D362-7EF8-DA94-4C326A57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307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6759-E17C-0019-D610-63C7D79C6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BD1146-7271-65DA-4B17-DE32BF27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F32947-6007-B745-61EF-5A7DD6B7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89D19C-119F-F13C-7C00-162E6564E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E2B7C7-8A80-3B73-558D-27A3AAD1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8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916B5-15A2-8018-3F95-2CB92117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66E2A4-07AC-2016-9A37-83D4D53FF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5749E7-1191-C79B-17F9-20F8DED0C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1F6CAC-1F6C-0FEB-01F7-9433054EE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68F128-2C19-9951-AC0C-969FD1529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8DAE69-11E0-48D5-FFBE-FE9EB4F2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0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F2EB6-3984-A0F9-97A0-F3924FDAA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8C7F38-6BC9-F749-E495-50E12B339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8248A2-F0AA-1F39-4971-6E141BD34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C26C15-D459-9C3A-AF20-3800ACD52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D4C35F-3F31-D308-129F-1D6E24B05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8E126A-0ECB-E3E4-BC9B-79B92F0D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E9F255-4B40-B837-A720-4C18D1BD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DBFC0F-F930-0111-D479-CD9139F9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142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786B3-9400-7499-6EA5-BEC4D74C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6FEB47-FF17-257D-CE7C-A497FA61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810F16-B8DC-2E3F-3970-627AAF74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31DF4F-6EC2-235A-85C5-D1602C61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38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BB0322-17B9-4000-D94D-1F133AB5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45DF68-84DF-4FAD-CBBB-0EE8832F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C8B6B-7CAC-B251-9A2D-390802F60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463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FC359-42D0-FD67-C8F6-4AA0B2E4F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2E6610-FE75-61E8-2C78-B0916F179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95CBF8-B975-2140-F6D2-00019747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12560D-0426-2D7F-B71D-AE70580EF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835BF6-594D-C2FE-4949-94EA3642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1BC768-E3B4-E863-53CA-02D32AAB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45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320A2-504F-FA0F-49DB-3E60E536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AE9507-5C95-6512-6D5A-8B8F5D7CF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E41F22-B8FA-2C87-8EE6-8AFBD8F58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A71DC3-D5D6-F16F-244F-5D7F6CEF5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D805C7-D7F4-9FFD-4AEC-BDA6AA9E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72D799-9A94-800A-32EA-E40D68F0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45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35DCB-D7B5-A4A5-5942-5632D2F69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422C62-D250-6363-01D9-6538EE29E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637F1-8780-ED1B-AD20-6A3CBB4F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53DD18-4AE3-CA5D-65D0-9B46F066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95076D-7786-D914-D019-858B297B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66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880171-3A59-3928-AC8B-2BB2500FFE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4C39A6-2628-10E8-476A-4D08C8AF2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83CFE6-565F-67B5-19FA-2CC687C81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584372-7C85-17C6-E02D-CC27D127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3F6DCD-1D8D-A588-EE81-0C609EA9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2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5D76D1-90B6-C676-B1AD-A7FF41563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EB245C-F9B1-81F5-5809-222C0AF5B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4A1132-CE51-52BA-526F-1F2B6327B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D34C7-382C-4195-B48E-22A69E089A5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0AF2C2-0947-C274-83F3-298F96604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D3AEE8-259B-78C3-842A-834C71F9A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A1AC4-BCC8-46A2-AC41-97DBE3FF7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98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E9BAF-AF69-6CAB-70DD-C3E63D7D2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최종 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32FA8D-4A1B-F494-CA10-949842E10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2D</a:t>
            </a:r>
            <a:r>
              <a:rPr lang="ko-KR" altLang="en-US" dirty="0"/>
              <a:t>게임 프로그래밍</a:t>
            </a:r>
            <a:endParaRPr lang="en-US" altLang="ko-KR" dirty="0"/>
          </a:p>
          <a:p>
            <a:pPr algn="r"/>
            <a:r>
              <a:rPr lang="en-US" altLang="ko-KR" sz="1400" dirty="0"/>
              <a:t>2022122012 </a:t>
            </a:r>
            <a:r>
              <a:rPr lang="ko-KR" altLang="en-US" sz="1400" dirty="0" err="1"/>
              <a:t>민현기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65054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9E961-FE64-10C5-6552-76ADCADED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2387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프로젝트 개발 진척도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B64D9392-43CF-3591-E684-3BF8A84AD0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9756473"/>
              </p:ext>
            </p:extLst>
          </p:nvPr>
        </p:nvGraphicFramePr>
        <p:xfrm>
          <a:off x="137160" y="576072"/>
          <a:ext cx="11704321" cy="5415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>
                  <a:extLst>
                    <a:ext uri="{9D8B030D-6E8A-4147-A177-3AD203B41FA5}">
                      <a16:colId xmlns:a16="http://schemas.microsoft.com/office/drawing/2014/main" val="1068967594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3263350113"/>
                    </a:ext>
                  </a:extLst>
                </a:gridCol>
                <a:gridCol w="4014216">
                  <a:extLst>
                    <a:ext uri="{9D8B030D-6E8A-4147-A177-3AD203B41FA5}">
                      <a16:colId xmlns:a16="http://schemas.microsoft.com/office/drawing/2014/main" val="3214891424"/>
                    </a:ext>
                  </a:extLst>
                </a:gridCol>
                <a:gridCol w="4562857">
                  <a:extLst>
                    <a:ext uri="{9D8B030D-6E8A-4147-A177-3AD203B41FA5}">
                      <a16:colId xmlns:a16="http://schemas.microsoft.com/office/drawing/2014/main" val="2089568125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3464703107"/>
                    </a:ext>
                  </a:extLst>
                </a:gridCol>
              </a:tblGrid>
              <a:tr h="556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목표범위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242065"/>
                  </a:ext>
                </a:extLst>
              </a:tr>
              <a:tr h="7632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시작 맵</a:t>
                      </a:r>
                      <a:r>
                        <a:rPr lang="en-US" altLang="ko-KR" sz="1600" dirty="0"/>
                        <a:t>, 1</a:t>
                      </a:r>
                      <a:r>
                        <a:rPr lang="ko-KR" altLang="en-US" sz="1600" dirty="0" err="1"/>
                        <a:t>번맵</a:t>
                      </a:r>
                      <a:r>
                        <a:rPr lang="en-US" altLang="ko-KR" sz="1600" dirty="0"/>
                        <a:t>, 2</a:t>
                      </a:r>
                      <a:r>
                        <a:rPr lang="ko-KR" altLang="en-US" sz="1600" dirty="0" err="1"/>
                        <a:t>번맵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보스맵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보상방</a:t>
                      </a:r>
                      <a:r>
                        <a:rPr lang="ko-KR" altLang="en-US" sz="1600" dirty="0"/>
                        <a:t> 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시작 맵 대신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몬스터와의 충돌은 없고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게임을 어떻게 </a:t>
                      </a:r>
                      <a:r>
                        <a:rPr lang="ko-KR" altLang="en-US" sz="1600" dirty="0" err="1"/>
                        <a:t>플레이해야될지에</a:t>
                      </a:r>
                      <a:r>
                        <a:rPr lang="ko-KR" altLang="en-US" sz="1600" dirty="0"/>
                        <a:t> 대한 튜토리얼 맵</a:t>
                      </a:r>
                      <a:r>
                        <a:rPr lang="en-US" altLang="ko-KR" sz="1600" dirty="0"/>
                        <a:t>, 1</a:t>
                      </a:r>
                      <a:r>
                        <a:rPr lang="ko-KR" altLang="en-US" sz="1600" dirty="0" err="1"/>
                        <a:t>번맵</a:t>
                      </a:r>
                      <a:r>
                        <a:rPr lang="en-US" altLang="ko-KR" sz="1600" dirty="0"/>
                        <a:t>, 2</a:t>
                      </a:r>
                      <a:r>
                        <a:rPr lang="ko-KR" altLang="en-US" sz="1600" dirty="0" err="1"/>
                        <a:t>번맵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보스맵</a:t>
                      </a:r>
                      <a:r>
                        <a:rPr lang="ko-KR" altLang="en-US" sz="1600" dirty="0"/>
                        <a:t> 구현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보상방은 미개발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90%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536806"/>
                  </a:ext>
                </a:extLst>
              </a:tr>
              <a:tr h="6645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컨트롤러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dirty="0" err="1"/>
                        <a:t>a/d</a:t>
                      </a:r>
                      <a:r>
                        <a:rPr lang="en-US" altLang="ko-KR" sz="1600" dirty="0"/>
                        <a:t> :</a:t>
                      </a:r>
                      <a:r>
                        <a:rPr lang="ko-KR" altLang="en-US" sz="1600" dirty="0"/>
                        <a:t>플레이어 좌 우이동</a:t>
                      </a:r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space : </a:t>
                      </a:r>
                      <a:r>
                        <a:rPr lang="ko-KR" altLang="en-US" sz="1600" dirty="0"/>
                        <a:t>점프</a:t>
                      </a:r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shift : </a:t>
                      </a:r>
                      <a:r>
                        <a:rPr lang="ko-KR" altLang="en-US" sz="1600" dirty="0" err="1"/>
                        <a:t>대쉬</a:t>
                      </a:r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마우스 </a:t>
                      </a:r>
                      <a:r>
                        <a:rPr lang="ko-KR" altLang="en-US" sz="1600" dirty="0" err="1"/>
                        <a:t>좌클릭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공격</a:t>
                      </a:r>
                      <a:endParaRPr lang="en-US" altLang="ko-KR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a/d</a:t>
                      </a:r>
                      <a:r>
                        <a:rPr lang="ko-KR" altLang="en-US" sz="1600" dirty="0"/>
                        <a:t>대신 방향키 사용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좌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우 이동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Space</a:t>
                      </a:r>
                      <a:r>
                        <a:rPr lang="ko-KR" altLang="en-US" sz="1600" dirty="0"/>
                        <a:t>점프</a:t>
                      </a:r>
                      <a:r>
                        <a:rPr lang="en-US" altLang="ko-KR" sz="1600" dirty="0"/>
                        <a:t>, d: </a:t>
                      </a:r>
                      <a:r>
                        <a:rPr lang="ko-KR" altLang="en-US" sz="1600" dirty="0" err="1"/>
                        <a:t>대쉬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A: </a:t>
                      </a:r>
                      <a:r>
                        <a:rPr lang="ko-KR" altLang="en-US" sz="1600" dirty="0"/>
                        <a:t>원거리공격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Shift + </a:t>
                      </a:r>
                      <a:r>
                        <a:rPr lang="ko-KR" altLang="en-US" sz="1600" dirty="0"/>
                        <a:t>방향키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달리기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공격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마우스 클릭 대신 </a:t>
                      </a:r>
                      <a:r>
                        <a:rPr lang="en-US" altLang="ko-KR" sz="1600" dirty="0"/>
                        <a:t>s</a:t>
                      </a:r>
                      <a:r>
                        <a:rPr lang="ko-KR" altLang="en-US" sz="1600" dirty="0"/>
                        <a:t>키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743711"/>
                  </a:ext>
                </a:extLst>
              </a:tr>
              <a:tr h="6645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/>
                        <a:t>게임코어기능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점진적 성장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pPr latinLnBrk="1"/>
                      <a:r>
                        <a:rPr lang="ko-KR" altLang="en-US" sz="1600" dirty="0"/>
                        <a:t>몬스터와의 충돌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점진적 성장</a:t>
                      </a:r>
                      <a:r>
                        <a:rPr lang="en-US" altLang="ko-KR" sz="1600" dirty="0"/>
                        <a:t>X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-&gt;</a:t>
                      </a:r>
                      <a:r>
                        <a:rPr lang="ko-KR" altLang="en-US" sz="1600" dirty="0"/>
                        <a:t> 조금씩 난이도가 높아지는 맵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몬스터와의 충돌 모두 구현</a:t>
                      </a:r>
                      <a:endParaRPr lang="en-US" altLang="ko-K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789246"/>
                  </a:ext>
                </a:extLst>
              </a:tr>
              <a:tr h="6645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모델링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근거리 공격 몬스터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범위 공격 몬스터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비행형 몬스터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플레이어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근거리 공격 몬스터 </a:t>
                      </a:r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종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비행형 몬스터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종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플레이어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종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322206"/>
                  </a:ext>
                </a:extLst>
              </a:tr>
              <a:tr h="6645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사운드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맵별로</a:t>
                      </a:r>
                      <a:r>
                        <a:rPr lang="ko-KR" altLang="en-US" sz="1600" dirty="0"/>
                        <a:t> 다른 사운드</a:t>
                      </a:r>
                      <a:r>
                        <a:rPr lang="en-US" altLang="ko-KR" sz="1600" dirty="0"/>
                        <a:t>,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 </a:t>
                      </a:r>
                      <a:r>
                        <a:rPr lang="ko-KR" altLang="en-US" dirty="0" err="1"/>
                        <a:t>맵은</a:t>
                      </a:r>
                      <a:r>
                        <a:rPr lang="ko-KR" altLang="en-US" dirty="0"/>
                        <a:t> 동일한 사운드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보스 방만 다른 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766691"/>
                  </a:ext>
                </a:extLst>
              </a:tr>
              <a:tr h="6645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/>
                        <a:t>애니매이션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플레이어 </a:t>
                      </a:r>
                      <a:r>
                        <a:rPr lang="ko-KR" altLang="en-US" sz="1400" dirty="0" err="1"/>
                        <a:t>애니매이션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달리기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걷기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원거리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근거리공격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대쉬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점프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좌우이동</a:t>
                      </a:r>
                      <a:r>
                        <a:rPr lang="en-US" altLang="ko-KR" sz="1400" dirty="0"/>
                        <a:t>)7</a:t>
                      </a:r>
                      <a:r>
                        <a:rPr lang="ko-KR" altLang="en-US" sz="1400" dirty="0"/>
                        <a:t>종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몬스터는 각각 이동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공격 </a:t>
                      </a:r>
                      <a:r>
                        <a:rPr lang="ko-KR" altLang="en-US" sz="1400" dirty="0" err="1"/>
                        <a:t>애니매이션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목표한 </a:t>
                      </a:r>
                      <a:r>
                        <a:rPr lang="ko-KR" altLang="en-US" dirty="0" err="1"/>
                        <a:t>애니매이션은</a:t>
                      </a:r>
                      <a:r>
                        <a:rPr lang="ko-KR" altLang="en-US" dirty="0"/>
                        <a:t> 모두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686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83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B0B3AC9-599C-1CBC-58E5-2F94834B8C2B}"/>
              </a:ext>
            </a:extLst>
          </p:cNvPr>
          <p:cNvSpPr txBox="1">
            <a:spLocks/>
          </p:cNvSpPr>
          <p:nvPr/>
        </p:nvSpPr>
        <p:spPr>
          <a:xfrm>
            <a:off x="-786384" y="-735934"/>
            <a:ext cx="446003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깃 </a:t>
            </a:r>
            <a:r>
              <a:rPr lang="ko-KR" altLang="en-US" sz="3600" dirty="0" err="1"/>
              <a:t>커밋</a:t>
            </a:r>
            <a:r>
              <a:rPr lang="ko-KR" altLang="en-US" sz="3600" dirty="0"/>
              <a:t> 통계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43BA67F-BE48-8B91-A456-D5BBF643C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451815"/>
              </p:ext>
            </p:extLst>
          </p:nvPr>
        </p:nvGraphicFramePr>
        <p:xfrm>
          <a:off x="7993888" y="1783080"/>
          <a:ext cx="3948176" cy="486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320">
                  <a:extLst>
                    <a:ext uri="{9D8B030D-6E8A-4147-A177-3AD203B41FA5}">
                      <a16:colId xmlns:a16="http://schemas.microsoft.com/office/drawing/2014/main" val="141629348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3707224041"/>
                    </a:ext>
                  </a:extLst>
                </a:gridCol>
              </a:tblGrid>
              <a:tr h="3904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커밋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628707"/>
                  </a:ext>
                </a:extLst>
              </a:tr>
              <a:tr h="3904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Sep 28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096136"/>
                  </a:ext>
                </a:extLst>
              </a:tr>
              <a:tr h="39044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733119"/>
                  </a:ext>
                </a:extLst>
              </a:tr>
              <a:tr h="3904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Oct 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430922"/>
                  </a:ext>
                </a:extLst>
              </a:tr>
              <a:tr h="3904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Oct 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60552"/>
                  </a:ext>
                </a:extLst>
              </a:tr>
              <a:tr h="39044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224782"/>
                  </a:ext>
                </a:extLst>
              </a:tr>
              <a:tr h="39044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395779"/>
                  </a:ext>
                </a:extLst>
              </a:tr>
              <a:tr h="3904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Nov 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126812"/>
                  </a:ext>
                </a:extLst>
              </a:tr>
              <a:tr h="3904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Nov 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904064"/>
                  </a:ext>
                </a:extLst>
              </a:tr>
              <a:tr h="1952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Nov 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1412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Nov 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646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Dec 7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435654"/>
                  </a:ext>
                </a:extLst>
              </a:tr>
            </a:tbl>
          </a:graphicData>
        </a:graphic>
      </p:graphicFrame>
      <p:pic>
        <p:nvPicPr>
          <p:cNvPr id="9" name="그림 8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675083-3292-0F32-40DD-FC8BA513C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12" y="1975104"/>
            <a:ext cx="6074492" cy="410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06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271</Words>
  <Application>Microsoft Office PowerPoint</Application>
  <PresentationFormat>와이드스크린</PresentationFormat>
  <Paragraphs>74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최종 프로젝트 발표</vt:lpstr>
      <vt:lpstr>프로젝트 개발 진척도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hg m</dc:creator>
  <cp:lastModifiedBy>hg m</cp:lastModifiedBy>
  <cp:revision>1</cp:revision>
  <dcterms:created xsi:type="dcterms:W3CDTF">2025-12-10T14:09:46Z</dcterms:created>
  <dcterms:modified xsi:type="dcterms:W3CDTF">2025-12-10T14:43:53Z</dcterms:modified>
</cp:coreProperties>
</file>